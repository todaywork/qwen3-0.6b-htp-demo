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1f00288d4f4176" /><Relationship Type="http://schemas.openxmlformats.org/officeDocument/2006/relationships/extended-properties" Target="/docProps/app.xml" Id="R40722b184a5444c3" /><Relationship Type="http://schemas.openxmlformats.org/officeDocument/2006/relationships/officeDocument" Target="/ppt/presentation.xml" Id="R76c46a277b4942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c9deeb98144584"/>
  </p:sldMasterIdLst>
  <p:notesMasterIdLst>
    <p:notesMasterId xmlns:r="http://schemas.openxmlformats.org/officeDocument/2006/relationships" r:id="R27a65ceedf83481a"/>
  </p:notesMasterIdLst>
  <p:sldIdLst>
    <p:sldId xmlns:r="http://schemas.openxmlformats.org/officeDocument/2006/relationships" id="256" r:id="R98c2fe29f6b14d81"/>
    <p:sldId xmlns:r="http://schemas.openxmlformats.org/officeDocument/2006/relationships" id="257" r:id="R7c433f5810614f9a"/>
    <p:sldId xmlns:r="http://schemas.openxmlformats.org/officeDocument/2006/relationships" id="258" r:id="Rcade3c87031c4400"/>
    <p:sldId xmlns:r="http://schemas.openxmlformats.org/officeDocument/2006/relationships" id="259" r:id="Rf7999aaf77414312"/>
    <p:sldId xmlns:r="http://schemas.openxmlformats.org/officeDocument/2006/relationships" id="260" r:id="R09a56b3c776341c8"/>
    <p:sldId xmlns:r="http://schemas.openxmlformats.org/officeDocument/2006/relationships" id="261" r:id="R3688ca2e39d1492f"/>
    <p:sldId xmlns:r="http://schemas.openxmlformats.org/officeDocument/2006/relationships" id="262" r:id="R875742afee5b4de9"/>
    <p:sldId xmlns:r="http://schemas.openxmlformats.org/officeDocument/2006/relationships" id="263" r:id="Rdf36c93de3c943a5"/>
    <p:sldId xmlns:r="http://schemas.openxmlformats.org/officeDocument/2006/relationships" id="264" r:id="Rc0e7214caf844024"/>
    <p:sldId xmlns:r="http://schemas.openxmlformats.org/officeDocument/2006/relationships" id="265" r:id="R980123ff5edb47f1"/>
    <p:sldId xmlns:r="http://schemas.openxmlformats.org/officeDocument/2006/relationships" id="266" r:id="Rc4dcbab8364c4578"/>
    <p:sldId xmlns:r="http://schemas.openxmlformats.org/officeDocument/2006/relationships" id="267" r:id="Ra9c8bc31d81e46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bae964c77240b7" /><Relationship Type="http://schemas.openxmlformats.org/officeDocument/2006/relationships/slideMaster" Target="/ppt/slideMasters/slideMaster1.xml" Id="R13c9deeb98144584" /><Relationship Type="http://schemas.openxmlformats.org/officeDocument/2006/relationships/notesMaster" Target="/ppt/notesMasters/notesMaster1.xml" Id="R27a65ceedf83481a" /><Relationship Type="http://schemas.openxmlformats.org/officeDocument/2006/relationships/presProps" Target="/ppt/presProps.xml" Id="Rc6e65a41202c4aca" /><Relationship Type="http://schemas.openxmlformats.org/officeDocument/2006/relationships/tableStyles" Target="/ppt/tableStyles.xml" Id="Rc110202fafd64591" /><Relationship Type="http://schemas.openxmlformats.org/officeDocument/2006/relationships/slide" Target="/ppt/slides/slide1.xml" Id="R98c2fe29f6b14d81" /><Relationship Type="http://schemas.openxmlformats.org/officeDocument/2006/relationships/slide" Target="/ppt/slides/slide2.xml" Id="R7c433f5810614f9a" /><Relationship Type="http://schemas.openxmlformats.org/officeDocument/2006/relationships/slide" Target="/ppt/slides/slide3.xml" Id="Rcade3c87031c4400" /><Relationship Type="http://schemas.openxmlformats.org/officeDocument/2006/relationships/slide" Target="/ppt/slides/slide4.xml" Id="Rf7999aaf77414312" /><Relationship Type="http://schemas.openxmlformats.org/officeDocument/2006/relationships/slide" Target="/ppt/slides/slide5.xml" Id="R09a56b3c776341c8" /><Relationship Type="http://schemas.openxmlformats.org/officeDocument/2006/relationships/slide" Target="/ppt/slides/slide6.xml" Id="R3688ca2e39d1492f" /><Relationship Type="http://schemas.openxmlformats.org/officeDocument/2006/relationships/slide" Target="/ppt/slides/slide7.xml" Id="R875742afee5b4de9" /><Relationship Type="http://schemas.openxmlformats.org/officeDocument/2006/relationships/slide" Target="/ppt/slides/slide8.xml" Id="Rdf36c93de3c943a5" /><Relationship Type="http://schemas.openxmlformats.org/officeDocument/2006/relationships/slide" Target="/ppt/slides/slide9.xml" Id="Rc0e7214caf844024" /><Relationship Type="http://schemas.openxmlformats.org/officeDocument/2006/relationships/slide" Target="/ppt/slides/slide10.xml" Id="R980123ff5edb47f1" /><Relationship Type="http://schemas.openxmlformats.org/officeDocument/2006/relationships/slide" Target="/ppt/slides/slide11.xml" Id="Rc4dcbab8364c4578" /><Relationship Type="http://schemas.openxmlformats.org/officeDocument/2006/relationships/slide" Target="/ppt/slides/slide12.xml" Id="Ra9c8bc31d81e46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225ef84a3445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df4dcf1a804864" /><Relationship Type="http://schemas.openxmlformats.org/officeDocument/2006/relationships/notesMaster" Target="/ppt/notesMasters/notesMaster1.xml" Id="R6002e8dab77c44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34ff87afea4da5" /><Relationship Type="http://schemas.openxmlformats.org/officeDocument/2006/relationships/notesMaster" Target="/ppt/notesMasters/notesMaster1.xml" Id="R9f1c5a7fe1444b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ecd9a75c8c4282" /><Relationship Type="http://schemas.openxmlformats.org/officeDocument/2006/relationships/notesMaster" Target="/ppt/notesMasters/notesMaster1.xml" Id="R43964f0c4b664a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4e1af628744921" /><Relationship Type="http://schemas.openxmlformats.org/officeDocument/2006/relationships/notesMaster" Target="/ppt/notesMasters/notesMaster1.xml" Id="Rc6ecc90609bc4f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851e6acc494a6f" /><Relationship Type="http://schemas.openxmlformats.org/officeDocument/2006/relationships/notesMaster" Target="/ppt/notesMasters/notesMaster1.xml" Id="Rb5b53280c7fd41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0a0a214ad04b67" /><Relationship Type="http://schemas.openxmlformats.org/officeDocument/2006/relationships/notesMaster" Target="/ppt/notesMasters/notesMaster1.xml" Id="Rf0013e91f1b746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a4f09026b441df" /><Relationship Type="http://schemas.openxmlformats.org/officeDocument/2006/relationships/notesMaster" Target="/ppt/notesMasters/notesMaster1.xml" Id="R9ba8e5fa59f644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daf2b3963c4501" /><Relationship Type="http://schemas.openxmlformats.org/officeDocument/2006/relationships/notesMaster" Target="/ppt/notesMasters/notesMaster1.xml" Id="Rcf2e8efd991545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919e71a60f44fb" /><Relationship Type="http://schemas.openxmlformats.org/officeDocument/2006/relationships/notesMaster" Target="/ppt/notesMasters/notesMaster1.xml" Id="R84877c47a8334e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1b22a459a74834" /><Relationship Type="http://schemas.openxmlformats.org/officeDocument/2006/relationships/notesMaster" Target="/ppt/notesMasters/notesMaster1.xml" Id="Rc33589315d754b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166b7b12de459c" /><Relationship Type="http://schemas.openxmlformats.org/officeDocument/2006/relationships/notesMaster" Target="/ppt/notesMasters/notesMaster1.xml" Id="Re6ae3777a20548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6e0267a51f4d2b" /><Relationship Type="http://schemas.openxmlformats.org/officeDocument/2006/relationships/notesMaster" Target="/ppt/notesMasters/notesMaster1.xml" Id="R7847a3aa169c43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封面。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1 节环境要求及适用前提。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根据第 2、4、6、8、9 节流程整理。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1、2、4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3、5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6 节。当前文档同时提及不同版本的输出目录，演示仅保留当前推荐配方。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6.1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7、8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9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10 节问题 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10 节问题 2。表中数值来自异常 v17 示例。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11 节部署前检查清单与常见问题。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74e28c571441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5036166b9d4bef" /><Relationship Type="http://schemas.openxmlformats.org/officeDocument/2006/relationships/slideLayout" Target="/ppt/slideLayouts/slideLayout1.xml" Id="R3d984abf7d934d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984abf7d934d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3fefdcae244fc" /><Relationship Type="http://schemas.openxmlformats.org/officeDocument/2006/relationships/notesSlide" Target="/ppt/notesSlides/notesSlide1.xml" Id="Ra6122a64f3ed44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19b9e7ffe4188" /><Relationship Type="http://schemas.openxmlformats.org/officeDocument/2006/relationships/notesSlide" Target="/ppt/notesSlides/notesSlide2.xml" Id="R3fd52f2e821447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b776a2df1486f" /><Relationship Type="http://schemas.openxmlformats.org/officeDocument/2006/relationships/notesSlide" Target="/ppt/notesSlides/notesSlide3.xml" Id="Re2c5159af4904b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c5e94a588472f" /><Relationship Type="http://schemas.openxmlformats.org/officeDocument/2006/relationships/notesSlide" Target="/ppt/notesSlides/notesSlide4.xml" Id="Rb4973e6fe1f744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bd15ff5a1443b" /><Relationship Type="http://schemas.openxmlformats.org/officeDocument/2006/relationships/notesSlide" Target="/ppt/notesSlides/notesSlide5.xml" Id="Ra04054eb454049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25dee86d84a41" /><Relationship Type="http://schemas.openxmlformats.org/officeDocument/2006/relationships/notesSlide" Target="/ppt/notesSlides/notesSlide6.xml" Id="R43352ff4677d45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58efe108e4131" /><Relationship Type="http://schemas.openxmlformats.org/officeDocument/2006/relationships/notesSlide" Target="/ppt/notesSlides/notesSlide7.xml" Id="Rb8f9dad0b18b42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c5bc063574668" /><Relationship Type="http://schemas.openxmlformats.org/officeDocument/2006/relationships/notesSlide" Target="/ppt/notesSlides/notesSlide8.xml" Id="Ref6ada6b6d3149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3006db3684a09" /><Relationship Type="http://schemas.openxmlformats.org/officeDocument/2006/relationships/notesSlide" Target="/ppt/notesSlides/notesSlide9.xml" Id="Raf41a8e8593940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6db6d23004a76" /><Relationship Type="http://schemas.openxmlformats.org/officeDocument/2006/relationships/notesSlide" Target="/ppt/notesSlides/notesSlide10.xml" Id="R0465ea63c28346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f84202a05435f" /><Relationship Type="http://schemas.openxmlformats.org/officeDocument/2006/relationships/notesSlide" Target="/ppt/notesSlides/notesSlide11.xml" Id="Re0eaa69ae7544f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5720f7eeb439d" /><Relationship Type="http://schemas.openxmlformats.org/officeDocument/2006/relationships/notesSlide" Target="/ppt/notesSlides/notesSlide12.xml" Id="Ra90de92cfa664f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CF989-EF2B-470F-A171-AC7BA146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79D57-732C-4DC0-BB21-F2B8F72D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273D3-ABB6-44EF-AE7C-11F148F5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Qwen3-0.6B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ED075-0B7E-4F8F-B4A6-B0061BDE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SA8775 ADP GenieX-QAIRT 部署指南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A4217-83A1-4469-8596-DB629748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8607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7CB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7CBDC"/>
                </a:solidFill>
                <a:latin typeface="Microsoft YaHei"/>
                <a:ea typeface="Microsoft YaHei"/>
                <a:cs typeface="Microsoft YaHei"/>
              </a:rPr>
              <a:t>AutoDL 量化、Qualcomm AI Hub 编译与 Windows 集成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13979-73BA-4CDF-878F-D3660BD6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43275"/>
            <a:ext cx="657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W4A16 · Qwen3-0.6B · AI Hub Models 0.60.0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37874-8F62-4721-835D-FF84C4A6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1920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F3A5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5F26E-4988-4B0F-8B46-75496E67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581150"/>
            <a:ext cx="1571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HTP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ED905-9522-49C5-9FC9-62180CA3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1907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SA8775P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ADP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22CAF-C98C-455E-A7F0-D74FBB51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7692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B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7CBDC"/>
                </a:solidFill>
                <a:latin typeface="Microsoft YaHei"/>
                <a:ea typeface="Microsoft YaHei"/>
                <a:cs typeface="Microsoft YaHei"/>
              </a:rPr>
              <a:t>部署路径：完整 checkpoint → W4A16 → GenieX-QAIRT 产物</a:t>
            </a:r>
          </a:p>
        </p:txBody>
      </p:sp>
    </p:spTree>
    <p:extLst>
      <p:ext uri="{BB962C8B-B14F-4D97-AF65-F5344CB8AC3E}">
        <p14:creationId xmlns:p14="http://schemas.microsoft.com/office/powerpoint/2010/main" val="672296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A8EF63-FCA2-4AC1-B95F-102D7A36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C5CB3-140A-4CAD-9060-26677DCB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部署目标与交付物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2A8DB-4AB8-4BA9-A9A8-4E9D87F1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将完整 Hugging Face Qwen3-0.6B 模型编译为 SA8775 ADP 可部署产物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82E7D-625F-4679-8378-045AAD27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06CC0-25F9-4C27-BA76-5AC0B680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CA070-DB17-4A0C-9115-3AEAB5A9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431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输入模型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B29F3-731B-4BB2-8215-23D75E99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完整 checkpoint，包含 config.json、safetensors 与 Tokenizer 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798C5-D505-4202-BB04-F8EC5FD3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D72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7B6B1-A380-4BBE-9921-D2AFBDC4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量化产物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41BB1-E9CF-4FF6-8B9F-7AFF4B3E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19475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W4A16 checkpoint：model_dynamic.onnx、model.data、model.encodings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26AE0-9BD2-45F7-9AC6-AA1ECA38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98D02-54E5-4574-A3E3-29CF07DE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最终交付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31BAE-1553-4204-B0B8-A36ED2F9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GenieX-QAIRT bundle、Tokenizer、模型配置与 JSON 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FBC9C-FF4D-419B-9F7D-D5E97BB6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572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D3F02-2552-45D1-AA02-C22A0809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193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40EE5D-C100-4B0E-A82D-51E5D5E9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9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76C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9CC7D-2A8A-4C34-9074-DB0F0685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3409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目标平台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E7354-DD6A-4676-98B4-BFAEB8A7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28975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SA8775P ADP，设备名以 AI Hub 返回值为准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28C5A-25E3-48F8-A409-3E2690F7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48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25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2E574-1EC7-4812-BDB4-58D93BDE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90950"/>
            <a:ext cx="3409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模型结构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0E667E-66EB-45F7-895A-B8288903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67175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Qwen3-0.6B；LoRA / QLoRA 必须先合并基座模型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A755F1-90D7-4AB5-ABDC-F7C8D9D7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E26E8F-DFA9-4246-A87E-485AEBC5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724EE1-BCB9-4C1F-8AE7-0F6772A4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76803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C9E53C-6E0D-4675-B77E-5346C193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1B192-E936-4FB4-8E91-30864D6B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端到端部署流程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AD5E4-6867-4D8B-B106-720AE787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每一步都有明确输入、检查点和产物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7D8F2-4C3C-45EE-A87B-3037F8A3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64D8B-B3EE-42E9-9ECF-16F0C0DD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9240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92F43-8328-436E-A39A-ABBEE6C8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9240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97428-10CD-43A5-A5BA-834DC557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93398-5604-46DE-8A5D-440ED642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完整模型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89108-1613-454D-8C92-B7636CCE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source_checkpoint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7E5E5-27B3-4D77-8D48-CB9D074C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147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96363-BDD7-47F3-9E41-699CD012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33650"/>
            <a:ext cx="19240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CBED4-31BD-47BE-A423-68E1BF7C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33650"/>
            <a:ext cx="19240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D72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259A9-5686-48CD-B129-BB0BB65E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813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D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6D72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95119-4443-47A5-98C6-B5541C5A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43250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W4A16 量化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FE6BA-551C-43A6-ACB2-991F7BDF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242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ONNX + encodings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3E074-472C-4C0F-BD6C-DC4CC8C9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3EC0DE-F9C0-4351-AFE2-A971EE59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3650"/>
            <a:ext cx="19240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E2761-F907-4756-B988-0F33DB56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3650"/>
            <a:ext cx="19240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4D631-0579-4B81-930E-B1988781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813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B02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CC98ED-377B-47EA-B18A-97EE5720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43250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质量验证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507CA-B2FE-4DE9-97F2-A9AA6393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242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Smoke / 云端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0855A-AF09-4A81-B52A-37633ABF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147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8716FD-ABF1-4055-A309-97039FE8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33650"/>
            <a:ext cx="19240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34524C-2EA2-4FE5-B4C1-2754243E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33650"/>
            <a:ext cx="19240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76C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E65CA8-1629-4C30-B43C-80BB55F6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176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176C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6A56B6-9148-41CA-8E37-A3AE3FC2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43250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AI Hub Export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65799E-8F02-4463-AB91-ADFF80F6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242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GenieX-QAIRT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707EC8-4502-4B3B-9CF8-A912C322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E9AB5E-2819-4E80-9BA7-B7A1A0D0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33650"/>
            <a:ext cx="19240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A256CB-458B-4A34-9B3F-D9E67A50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33650"/>
            <a:ext cx="19240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25D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E08119-2CD4-44B3-93B1-DA2D2E99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62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0625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20BCCB-5967-4C73-AA93-F8BB598A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Windows 集成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7FF2D6-527B-4BE1-9683-E7F5D5AB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242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压缩包与 assets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F3037A-4410-4770-B744-785D8919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所有中间文件、缓存、日志与输出目录均放在 /root/autodl-tmp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5F374D-2CCF-4CB9-9789-1FF2FC35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5CE9B3-E2B9-4A2E-A99E-C126100B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E839D2-A493-4C69-8A3E-1C8A3B28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476332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95E293-802F-4AE6-B8CE-E47D4A54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FB5D9-1520-45CD-98FC-63C0D7A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运行环境与存储规划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2AD94-62D4-43E0-8A27-AECD0243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建议在 AutoDL Ubuntu 22.04 实例中前台执行命令并使用 tee 保存日志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32C2A-6FBF-4BF3-98C0-9CC3EB80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24AEA-A2C3-46B9-A2D1-5F928F9A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143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069D7-0137-46F3-B4DD-F7DBABA8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建议配置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8C5D6-218C-45A4-A9C1-844FFD06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3A68-AE80-437A-A3EA-ED7B177A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05125"/>
            <a:ext cx="407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计算资源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6A281-99CB-4D81-8F89-A2E2B0D4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Python 3.10、CUDA 12.x、RTX 3090 24GB 或更高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92CD2-A91B-42DD-A5CF-FFA19A3B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D72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2AB8F-4A92-4A52-A71C-78E161B9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407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容量预算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E9A7E-47F8-4C07-9B13-C0734682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90975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内存建议 120GB；数据盘预留 200GB 以上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1E2EF-44C3-4A70-A9F5-468751E2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53911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5E784-C263-43BB-9EDB-A2039996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71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关键目录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4D15F-5562-4B52-B6A0-04BD929F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86075"/>
            <a:ext cx="4667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87B06-FFC0-42CB-BC63-9FB1B1B1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43243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/root/autodl-tmp/tmp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/root/autodl-tmp/hf-cache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/root/autodl-tmp/qaihm-store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/root/autodl-tmp/logs  · 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2E3BC-4C10-4644-AB70-D9448D41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避免使用系统盘、默认 /tmp；AdaScale RAM 临时目录需要足够 /dev/shm 空间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0FE35-EF56-4E37-93C5-28954901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6FDA4-A0E8-4DAE-B0B1-E3072163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1BA7C-2E06-4607-9D31-F1B6FEE5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35061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63042B-7E13-437F-9F1C-A03A10F0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387C8-331E-4203-BAEE-DE693FF9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模型与环境检查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DA4C5-CF72-4478-B695-2BEAE28F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先确认 checkpoint 完整、GPU Provider 可用，再进入量化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21D7B-6B1E-4128-937A-EAB995A6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7179D-CA7C-455E-94CC-04F892BE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38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F154A-ED6C-4C08-81ED-1D88C87D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48958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source /root/miniconda3/etc/profile.d/conda.sh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conda activate /root/autodl-tmp/conda-envs/qaihm060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python --version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qai-hub-models --version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6B30F-08CC-4430-B68B-4894F403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52768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29749-C3EC-4038-BE1C-DF1BE921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检查要点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1C956-2C8D-4654-BF0D-446F3DE8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9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50C64-9072-4688-BA2D-34084D40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52750"/>
            <a:ext cx="436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模型结构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4F529-5F62-4911-A096-133BEFFB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28975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config.json 与层数、hidden size、attention heads 应匹配 Qwen3-0.6B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A4193-BCAA-4514-A403-17E1FD70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D72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5D817-2C84-4A9C-BD25-C1692341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33800"/>
            <a:ext cx="436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模型文件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CC885-2664-40B6-81DB-883B70F3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0025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safetensors、Tokenizer；分片权重还需 model.safetensors.index.json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B54F3-93F4-41F7-A60D-EEABE18A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ONNX Runtime 的 available providers 必须包含 CUDAExecutionProvider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EA316-92F8-4E77-9C8D-42023F26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6DE3E-700E-43A4-B2F7-3366C803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F68D8-B0AF-45E6-B89D-E25FE1C3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81569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E4B60-E120-45F0-B9ED-398D3CAC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7AE66-D7A9-4779-B30A-5C25D706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W4A16 量化配方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97817-2725-4289-B6CA-8581234A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使用官方 AdaScale 配方，并采用 Qwen3-0.6B 对应的 SpinQuant 组合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2D6E4-0285-4BEE-82B3-E2C4FC0C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3508F-F852-45AE-ADC1-883CFAE4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8D0E5-65D9-4663-B7C8-CCCA8D0A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核心参数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C7175-72BD-4F3D-AC43-68AC43C7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191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--precision w4a16</a:t>
            </a:r>
          </a:p>
          <a:p xmlns:a="http://schemas.openxmlformats.org/drawingml/2006/main">
            <a:pPr>
              <a:def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--use-spin-quant r2,r3</a:t>
            </a:r>
          </a:p>
          <a:p xmlns:a="http://schemas.openxmlformats.org/drawingml/2006/main">
            <a:pPr>
              <a:def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--use-seq-mse</a:t>
            </a:r>
          </a:p>
          <a:p xmlns:a="http://schemas.openxmlformats.org/drawingml/2006/main">
            <a:pPr>
              <a:def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--seq-mse-num-samples 12</a:t>
            </a:r>
          </a:p>
          <a:p xmlns:a="http://schemas.openxmlformats.org/drawingml/2006/main">
            <a:pPr>
              <a:def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--use-ada-scale</a:t>
            </a:r>
          </a:p>
          <a:p xmlns:a="http://schemas.openxmlformats.org/drawingml/2006/main">
            <a:pPr>
              <a:def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--ada-scale-num-samples 48</a:t>
            </a:r>
          </a:p>
          <a:p xmlns:a="http://schemas.openxmlformats.org/drawingml/2006/main">
            <a:pPr>
              <a:def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--ada-scale-num-iterations 2048</a:t>
            </a:r>
          </a:p>
          <a:p xmlns:a="http://schemas.openxmlformats.org/drawingml/2006/main">
            <a:pPr>
              <a:def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--context-length 4096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05CCF-5886-4FDE-BF43-0105A38E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53911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4C7B9-0C18-4AE3-81CE-8BDBD7E5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71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运行规则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744A3-4EA0-4C3B-A4AC-BF0B1E57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71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CDDFA-4561-4A32-BA5A-13F6F7D4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436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避免覆盖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0960E-204C-4A0B-93D3-88BC386A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90875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产物已存在时跳过主命令；使用新的输出目录重跑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87F42-0B7C-46D2-AE1D-AAFAFC32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F3914-B278-4F12-B647-1668351F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436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日志留存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38DD5-A659-4A37-8986-1DE47204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90975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以前台方式运行，并用 tee 实时显示和保存日志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F855A-ED26-402E-B163-E62B650A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14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D72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64F1A-B182-4316-A6E5-7EFDC80A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57700"/>
            <a:ext cx="436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参数依据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4F0AB-0265-4314-91B7-1EFFB2EC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33925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CLI --help 是最终依据；版本不支持的参数应删除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AC2D7-B852-4A43-9A91-41AD3B75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A0203-A076-49C3-9DB9-AD280E2E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7ABC43-BBE0-4C43-B8E1-578AE374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227434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1D7FB1-CC34-466A-AA21-565D59B1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1CE12-ABFF-4068-989A-D5D30646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量化质量验证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050D8-D577-457F-A53D-13370A22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按静态检查、Layer 2 云端验证、完整 28 层验证逐步放行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9E33E-AE9E-498F-9FC2-2FFF11D3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B4440-A9BD-4C7C-9607-620B34D8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28612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B4842-51B5-40E0-B5DA-A4D9C1EA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2861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8AF8C-3C14-4163-8B71-1EA24DD2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静态门禁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D6559-A604-4FB0-8E77-CA5304CA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checkpoint 三件套、编码类型与 SHA-256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FBAF5-8512-4E0F-A8B1-44694250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F79DA-27CD-4A43-9536-324D0754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STATIC GATE: 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A8691-753F-4665-97BD-D531BD42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38375"/>
            <a:ext cx="328612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670CD-B01C-484B-85A6-28D5621D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38375"/>
            <a:ext cx="32861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8E467-DFA8-479E-A3C0-BF5C05B5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289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Layer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6C653-8077-46AA-AE63-E302D76B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670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1 个 compile + 1 个 inference job；检查四个 tap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9D093-C0E0-49D8-AB08-E36C5A64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766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AF2E01-8FB8-434F-B5F2-079BF414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14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B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B020"/>
                </a:solidFill>
                <a:latin typeface="Microsoft YaHei"/>
                <a:ea typeface="Microsoft YaHei"/>
                <a:cs typeface="Microsoft YaHei"/>
              </a:rPr>
              <a:t>PHASE B LAYER2 GATE: 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FF211-8AA1-4802-8723-62647447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38375"/>
            <a:ext cx="328612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E96EE-D493-428C-A7F6-94E76A5D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38375"/>
            <a:ext cx="32861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D7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55C25-2B0D-4D1C-9B02-D220CB06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完整 28 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5A708-2E0F-42D7-BE41-84E70EA7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28 个 compile + 28 个 inference job；检查所有层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4747B0-3277-4011-8B70-8DCE1019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766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9BD90-9A42-4288-8F55-3FEDE56E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6D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6D72A"/>
                </a:solidFill>
                <a:latin typeface="Microsoft YaHei"/>
                <a:ea typeface="Microsoft YaHei"/>
                <a:cs typeface="Microsoft YaHei"/>
              </a:rPr>
              <a:t>ALL REQUESTED VALIDATION GATES PASSED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05A16-7E4F-4E5F-9374-8D8A0909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最低门槛：Layer 2 的 down / residual SQNR ≥ 40 dB，o_proj ≥ 44.447 dB，gate_up ≥ 41.742 dB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33F2F-A8F8-4151-B784-5E532C36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044DC3-F671-47A5-A7DB-7C0FA186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2E8998-4359-4F5E-8BEA-24010F22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523787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B1901E-B2D9-47BB-BDF7-DF694235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3FCFA-19FC-4B52-93A7-52FAC2F8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AI Hub 编译 GenieX-QAIRT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574C7-D6CF-451E-B434-8ACADD0A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由 AI Hub 云端完成拆分、目标 HTP 编译、链接与部署产物组织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5C61C-37A7-4A5D-A50C-0E011B42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238CE-34BA-477B-91F1-21E1A611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681037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188C0-937A-49CC-9067-6BC8C71B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646747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python -m qai_hub_models.models.qwen3_0_6b.export \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  --checkpoint .../qwen3_car_w4a16_cl4096_v21 \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  --target-runtime geniex_qairt \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  --device "SA8775P ADP" --device-os 14 \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  --sequence-lengths 128,1 --context-lengths 512 \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  --skip-profiling --zip-assets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E3A41-2937-4161-A9C2-B5088721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66925"/>
            <a:ext cx="36766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0A257-786D-44FC-9CF6-E6607780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编译前确认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1B350-B44F-46EB-8180-E87F2D36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33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6204D-477B-414B-9874-5CB8712F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设备名称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58D6D-4110-438D-A94F-FA97BAD9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52775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qai-hub list-devices 的实际返回值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1EC6C-1438-4E79-A9AE-A3BA7DE6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D72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6E4E5-14BC-4CC4-8B9E-472B1632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62350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功能支持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082CD-C848-4CDD-95D6-2BFD59FA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38575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export --help 中存在 geniex_qairt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260B6-D1EC-4ED0-8D80-566A6E7F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多上下文可选 256 至 4096；每增加一档上下文长度，云端任务与耗时都会增加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65A09-C030-447B-A6AA-BBF4E72E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13FF0-AC97-488E-AFB3-CEB1E65F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8B226-8799-488A-A89C-B0F2D373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324750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17C59-1734-401E-887F-930966A1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6E6CC-A5B5-414F-BD44-5213C256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打包、下载与应用集成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37802-72DA-41A2-BB93-A8560A9E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将 AI Hub export 输出压缩后下载至 Windows，再放入 GenieX-QAIRT 示例工程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64FF7-65F0-4C81-AEAE-3618AC92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B77EA-AC25-47B3-BD83-CC8FB977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2865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3F9E7-7FED-4617-B7EF-76F190DF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5943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# AutoDL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tar -czf qwen3_0.6b_sa8775_geniex_qairt_multictx.tar.gz \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  output/export_sa8775p_multictx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# Windows PowerShell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scp -P $AutoDLPort "${AutoDLHost}:/root/autodl-tmp/...tar.gz" \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  "E:\QualComm\ai-hub-compiles\"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02838-4CB1-466D-A367-804070B8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76450"/>
            <a:ext cx="42291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6F274-891C-428E-82E5-F03E0E94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90775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解压后核验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7E885-8FD2-434F-9478-48EB43FA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90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34DA4-2B3C-45E7-AFF2-08271923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33700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部署文件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555C6-DCCE-4823-B629-0486529D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09925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编译产物、Tokenizer、模型配置、GenieX-QAIRT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02F88-134D-4A7D-B55C-42FF8851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90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ECD13-894F-4DB1-BB64-035E444A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33800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版本兼容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D942C-8F47-42FA-B9F5-0076183C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10025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设备端 QAIRT / GenieX runtime 与编译产物匹配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FAB8C-1E86-4D0A-ABCB-32B656DC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按示例工程目录结构放入应用 assets 或设备模型目录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D3CDB8-2550-44DB-A7A1-24603BC1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28F1B-485D-4689-9921-2B190A90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2B201-706A-479C-87D1-A132D09F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200665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827C7D-1DB5-4701-AA7B-AF48F98E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5B400-CF20-4A48-90A6-02EA4E88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问题一：量化后准确率低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0DC5E-09DE-409B-B816-C65478F2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优先检查量化配方和校准语料是否匹配车载意图抽取场景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EA301-349F-48C6-BD2C-D61A3770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FEF69-DFA6-4502-9C3F-7DFAD12E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149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29529-ECFE-4C24-AC3E-F59870D0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主要原因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C0571-7E8B-4028-919B-039E6F5A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FF94B-527F-4183-8C72-2B1FB1A6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388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权重量化优化缺失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03A86-A9B7-434F-9FA6-B0BC895E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9925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未启用 SpinQuant r2,r3 与 Sequential MSE，会放大 4-bit 截断与舍入误差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7B558-89E0-4D19-BBEC-A8AAB039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4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25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FE928-9081-455F-A798-8B2AE9A8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388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校准分布偏移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F9934-F7E8-4CAC-BD30-170B63F3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通用 WikiText 与多语言短指令、严格 JSON 输出的线上分布不同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C1B71-8644-45D1-981E-14615810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5534025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A5FE1-3A43-45B6-86D9-7B72990B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098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处理方向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73459-E9C2-40A9-98F6-CFD759AA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90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D72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E13BC-3460-4088-A16E-AF63DD7A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33700"/>
            <a:ext cx="455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恢复关键参数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494C5-8290-4385-BBA8-E7A3596D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209925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加入 SpinQuant r2,r3 与 Sequential MSE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60876C-4963-49F8-8D55-1A1C7868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14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4A1FA-48F6-4CEE-98FB-CDA245A3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857625"/>
            <a:ext cx="455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替换域内语料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9248BD-1D8B-4CC7-948B-C31D5516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3385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将校准集替换为与线上 ChatML 格式一致的车控语料，再重新量化与 export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4A54A0-9B0F-4323-B33F-CE26C7C0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65BD68-3542-4563-B797-41C3D420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83A906-54E5-480C-B0C5-ADCAAEB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633608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5D7661-A92D-4C5A-82A2-8C26DC49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0B1E9-D332-43C1-9B4A-21EF63A9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问题二：模拟量化与真实量化结果不一致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18BE6-170E-4C3C-A1FA-164B04E1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重点定位 Layer 2 MLP down_proj 的权重量化与激活范围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6A56E-6996-4E64-9766-0DD8D241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0D625-3F59-4A63-A703-BA5C1708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229350" cy="2790825"/>
          </a:xfrm>
          <a:prstGeom xmlns:a="http://schemas.openxmlformats.org/drawingml/2006/main" prst="roundRect">
            <a:avLst>
              <a:gd name="adj" fmla="val 2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12A52-B772-49EF-9396-2579DF9B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Layer 2 云端对比（异常案例）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D2660-A7A2-4744-A46C-D7047A8A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tap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3C237-75E5-496C-8052-108DA12E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81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SQNR (dB)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31382-E86D-4031-B5DF-672E2EB5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78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cosine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A21CA-94AF-4CD7-983F-07EB0FCE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7813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759D2-DAD1-4938-B3E4-D118C3E9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0F221-DF0C-4D80-A5A3-7AD479AB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5277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o_proj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62150-1A12-46C5-A365-7D0C61C7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5277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56.447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03D60-A229-4C4C-96AE-0B96BBA3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5277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0.999519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94AE2-2679-47C3-8F61-61F9BA20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152775"/>
            <a:ext cx="1571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正常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DF4F2-E5DB-4305-8C58-57B057E3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35739-1CD0-4564-B1C1-83AE2EE7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147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gate_up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045EBF-7A4F-452D-9C9C-18FB2BC1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147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53.742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FA4523-188A-4395-977E-2BA7C740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147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0.987374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E221E-C78F-401B-BD34-9BAEC50C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14725"/>
            <a:ext cx="1571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基本正常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A6F60A-B50C-4B15-A2A7-5879EB22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C96EC1-D4B3-4CBA-8619-CF469DD0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down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48332-7D79-457A-A070-9FF99A67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7667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24.123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FCE981-0CDA-495D-A3D9-D0AEC1C1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87667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0.536302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7836A-F793-4F7A-A28B-7C00D997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876675"/>
            <a:ext cx="1571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062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0625D"/>
                </a:solidFill>
                <a:latin typeface="Microsoft YaHei"/>
                <a:ea typeface="Microsoft YaHei"/>
                <a:cs typeface="Microsoft YaHei"/>
              </a:rPr>
              <a:t>首个严重分歧点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6917CD-704A-48B6-B3D3-2F0B4F65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A91A58-DAD7-44EC-8183-CB479045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residual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3B4D52-F113-4AAC-B3A3-8DDE73BE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386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32.606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CF4E6B-3A24-48D4-8505-B81E1BAF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386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0.867635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014A05-E308-4A82-9069-9CB4D992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238625"/>
            <a:ext cx="1571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062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0625D"/>
                </a:solidFill>
                <a:latin typeface="Microsoft YaHei"/>
                <a:ea typeface="Microsoft YaHei"/>
                <a:cs typeface="Microsoft YaHei"/>
              </a:rPr>
              <a:t>继承 down 误差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329EAB-5DC7-4198-8E59-48567B63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76450"/>
            <a:ext cx="4210050" cy="2790825"/>
          </a:xfrm>
          <a:prstGeom xmlns:a="http://schemas.openxmlformats.org/drawingml/2006/main" prst="roundRect">
            <a:avLst>
              <a:gd name="adj" fmla="val 2730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05D944-354C-4860-B119-068617B8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62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工程结论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F834AC-B932-4D96-930F-6B665B4F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62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25D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18DCAD-452D-4B4B-8EDF-DB5AB114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05125"/>
            <a:ext cx="3219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权重例外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E1369A-C3A4-4AAC-A4EE-FB9FD764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81350"/>
            <a:ext cx="321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down_proj 应保持 INT8 质量例外，避免 checkpoint 中误为 W4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FE0F6E-2BBB-4B5B-AD98-1D281F27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D2909E-6C4D-4CB0-BCB0-A6384139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9525"/>
            <a:ext cx="3219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数据一致性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B0800B-C923-457D-B334-084867DC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95750"/>
            <a:ext cx="321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校准文本必须是完整 ChatML 原文，含 system、user、assistant JSON 与空 think 块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11B569-4340-4235-B286-E58C9F0C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EB71E2-875B-42D2-8C67-50EC81E8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9ED977-87C8-442F-B998-518EA4FB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075531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13764E-BEA2-4A18-ACF0-DC69BC78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342D2-E036-475A-B6E9-AEC89F85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部署前检查清单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263A2-7AC7-40A1-B77B-6F491334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满足以下检查后，再将 bundle 交付设备端集成与回归测试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7A6AD-7350-4A04-9642-0E470738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1AE74-2055-4642-AC52-67E68148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EBB7C-DC54-4B41-A3CB-BE93DD68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设备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CBF09-9875-4AAE-9476-1C9241B1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717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SA8775P ADP 名称由 AI Hub 实际返回值确认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0A1CE-4E25-4907-A4B6-1C99DB5D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A6D72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7E332-054C-4146-89C8-F5933BE9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7D152-52D0-4EA6-AD54-2DDAB02E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098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完整 Qwen3-0.6B checkpoint，非未合并 adapter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A51AD-DDF8-4F55-9B4B-535C6D1C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DF620-56A6-42AA-B29F-EFA9AB25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量化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91E8B-455D-4039-BE22-9B614AFF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48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Smoke test 正常；三件套未分离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E8DA2-39ED-4272-9AB0-7ACD5FBE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176C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C437E-7C60-45D7-B50A-30179EA1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编译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8EBD4-1455-4554-A656-06950D41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8622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target-runtime 为 geniex_qairt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5D085-3FCB-41E5-A698-27C8F5C0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0625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5AB42-55AD-447A-B056-063C472A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运行时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C5936-183F-4C21-AF94-45276A61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244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QAIRT / GenieX runtime 版本兼容；SoC 与 HTP 配置匹配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607A0E-637A-4625-99A5-1D90AC61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常见故障：系统盘写满、HF 下载失败、CPU-only ONNX Runtime、设备名错误、CLI 不支持 geniex_qairt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3B182-DF46-4D8A-B46D-924745C8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01227C-6A9C-4F16-BD39-AA26FC1A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F815D8-0C39-4181-8F83-8E2B10F2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98741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2026-09-09T12:03:34.7170000Z</dcterms:created>
  <dcterms:modified xsi:type="dcterms:W3CDTF">2026-09-09T12:03:34.7170000Z</dcterms:modified>
</coreProperties>
</file>