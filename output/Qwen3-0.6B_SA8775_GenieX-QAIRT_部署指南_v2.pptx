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50a552519946ee" /><Relationship Type="http://schemas.openxmlformats.org/officeDocument/2006/relationships/extended-properties" Target="/docProps/app.xml" Id="Rb910777788854988" /><Relationship Type="http://schemas.openxmlformats.org/officeDocument/2006/relationships/officeDocument" Target="/ppt/presentation.xml" Id="Rc36644b5e88f44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f8244e760e487b"/>
  </p:sldMasterIdLst>
  <p:notesMasterIdLst>
    <p:notesMasterId xmlns:r="http://schemas.openxmlformats.org/officeDocument/2006/relationships" r:id="R96e3157f31724ed1"/>
  </p:notesMasterIdLst>
  <p:sldIdLst>
    <p:sldId xmlns:r="http://schemas.openxmlformats.org/officeDocument/2006/relationships" id="256" r:id="R74513b72b7814f7d"/>
    <p:sldId xmlns:r="http://schemas.openxmlformats.org/officeDocument/2006/relationships" id="257" r:id="R118675bcee774240"/>
    <p:sldId xmlns:r="http://schemas.openxmlformats.org/officeDocument/2006/relationships" id="258" r:id="R451f17912b294b90"/>
    <p:sldId xmlns:r="http://schemas.openxmlformats.org/officeDocument/2006/relationships" id="259" r:id="Rf235fb0649524c92"/>
    <p:sldId xmlns:r="http://schemas.openxmlformats.org/officeDocument/2006/relationships" id="260" r:id="R03f18cf60afe43b8"/>
    <p:sldId xmlns:r="http://schemas.openxmlformats.org/officeDocument/2006/relationships" id="261" r:id="Rb193511b32db47f5"/>
    <p:sldId xmlns:r="http://schemas.openxmlformats.org/officeDocument/2006/relationships" id="262" r:id="R6e47acb7d9f14b8f"/>
    <p:sldId xmlns:r="http://schemas.openxmlformats.org/officeDocument/2006/relationships" id="263" r:id="R177ed89d5d32447e"/>
    <p:sldId xmlns:r="http://schemas.openxmlformats.org/officeDocument/2006/relationships" id="264" r:id="R14c67b9bfb66494a"/>
    <p:sldId xmlns:r="http://schemas.openxmlformats.org/officeDocument/2006/relationships" id="265" r:id="Rbe124d9608fc40c1"/>
    <p:sldId xmlns:r="http://schemas.openxmlformats.org/officeDocument/2006/relationships" id="266" r:id="R6f79539f7c1a410c"/>
    <p:sldId xmlns:r="http://schemas.openxmlformats.org/officeDocument/2006/relationships" id="267" r:id="Rf519ae5e028845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b43b968ef14b6b" /><Relationship Type="http://schemas.openxmlformats.org/officeDocument/2006/relationships/slideMaster" Target="/ppt/slideMasters/slideMaster1.xml" Id="R39f8244e760e487b" /><Relationship Type="http://schemas.openxmlformats.org/officeDocument/2006/relationships/notesMaster" Target="/ppt/notesMasters/notesMaster1.xml" Id="R96e3157f31724ed1" /><Relationship Type="http://schemas.openxmlformats.org/officeDocument/2006/relationships/presProps" Target="/ppt/presProps.xml" Id="R37ea555186a6414f" /><Relationship Type="http://schemas.openxmlformats.org/officeDocument/2006/relationships/tableStyles" Target="/ppt/tableStyles.xml" Id="R72acea7704594bfe" /><Relationship Type="http://schemas.openxmlformats.org/officeDocument/2006/relationships/slide" Target="/ppt/slides/slide1.xml" Id="R74513b72b7814f7d" /><Relationship Type="http://schemas.openxmlformats.org/officeDocument/2006/relationships/slide" Target="/ppt/slides/slide2.xml" Id="R118675bcee774240" /><Relationship Type="http://schemas.openxmlformats.org/officeDocument/2006/relationships/slide" Target="/ppt/slides/slide3.xml" Id="R451f17912b294b90" /><Relationship Type="http://schemas.openxmlformats.org/officeDocument/2006/relationships/slide" Target="/ppt/slides/slide4.xml" Id="Rf235fb0649524c92" /><Relationship Type="http://schemas.openxmlformats.org/officeDocument/2006/relationships/slide" Target="/ppt/slides/slide5.xml" Id="R03f18cf60afe43b8" /><Relationship Type="http://schemas.openxmlformats.org/officeDocument/2006/relationships/slide" Target="/ppt/slides/slide6.xml" Id="Rb193511b32db47f5" /><Relationship Type="http://schemas.openxmlformats.org/officeDocument/2006/relationships/slide" Target="/ppt/slides/slide7.xml" Id="R6e47acb7d9f14b8f" /><Relationship Type="http://schemas.openxmlformats.org/officeDocument/2006/relationships/slide" Target="/ppt/slides/slide8.xml" Id="R177ed89d5d32447e" /><Relationship Type="http://schemas.openxmlformats.org/officeDocument/2006/relationships/slide" Target="/ppt/slides/slide9.xml" Id="R14c67b9bfb66494a" /><Relationship Type="http://schemas.openxmlformats.org/officeDocument/2006/relationships/slide" Target="/ppt/slides/slide10.xml" Id="Rbe124d9608fc40c1" /><Relationship Type="http://schemas.openxmlformats.org/officeDocument/2006/relationships/slide" Target="/ppt/slides/slide11.xml" Id="R6f79539f7c1a410c" /><Relationship Type="http://schemas.openxmlformats.org/officeDocument/2006/relationships/slide" Target="/ppt/slides/slide12.xml" Id="Rf519ae5e028845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9a80df0d384d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02252e982b47c2" /><Relationship Type="http://schemas.openxmlformats.org/officeDocument/2006/relationships/notesMaster" Target="/ppt/notesMasters/notesMaster1.xml" Id="R2969719045a447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03f4b26ea4422f" /><Relationship Type="http://schemas.openxmlformats.org/officeDocument/2006/relationships/notesMaster" Target="/ppt/notesMasters/notesMaster1.xml" Id="R91bf56005b4c4c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e3583223fd4e1d" /><Relationship Type="http://schemas.openxmlformats.org/officeDocument/2006/relationships/notesMaster" Target="/ppt/notesMasters/notesMaster1.xml" Id="R4b12cfd577b640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9d73304864482d" /><Relationship Type="http://schemas.openxmlformats.org/officeDocument/2006/relationships/notesMaster" Target="/ppt/notesMasters/notesMaster1.xml" Id="Rc848214bad2340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84b71796cb4b6f" /><Relationship Type="http://schemas.openxmlformats.org/officeDocument/2006/relationships/notesMaster" Target="/ppt/notesMasters/notesMaster1.xml" Id="Racaa0dcbd65646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db47c3467c40bc" /><Relationship Type="http://schemas.openxmlformats.org/officeDocument/2006/relationships/notesMaster" Target="/ppt/notesMasters/notesMaster1.xml" Id="Rcfc0d4df610a4e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fab4669b2c4dd7" /><Relationship Type="http://schemas.openxmlformats.org/officeDocument/2006/relationships/notesMaster" Target="/ppt/notesMasters/notesMaster1.xml" Id="R18f3dd7975dc47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9624e5632d4c06" /><Relationship Type="http://schemas.openxmlformats.org/officeDocument/2006/relationships/notesMaster" Target="/ppt/notesMasters/notesMaster1.xml" Id="R3b643114e10849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fc93c58ebf48b1" /><Relationship Type="http://schemas.openxmlformats.org/officeDocument/2006/relationships/notesMaster" Target="/ppt/notesMasters/notesMaster1.xml" Id="R1dc37aba32f942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1dda9a43624a4a" /><Relationship Type="http://schemas.openxmlformats.org/officeDocument/2006/relationships/notesMaster" Target="/ppt/notesMasters/notesMaster1.xml" Id="R3313b8b45f674b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84e90a498a4ca0" /><Relationship Type="http://schemas.openxmlformats.org/officeDocument/2006/relationships/notesMaster" Target="/ppt/notesMasters/notesMaster1.xml" Id="Rd5fb3f2635bf41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1d3143ccfb41f2" /><Relationship Type="http://schemas.openxmlformats.org/officeDocument/2006/relationships/notesMaster" Target="/ppt/notesMasters/notesMaster1.xml" Id="R35c35167f1ca45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封面。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1 节环境要求及适用前提。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根据第 2、4、6、8、9 节流程整理。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1、2、4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3、5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6 节。当前文档同时提及不同版本的输出目录，演示仅保留当前推荐配方。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6.1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7、8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9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10 节问题 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10 节问题 2。表中数值来自异常 v17 示例。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来源：AutoDL_AIHub_Qwen3-0.6B_GenieX-QAIRT_SA8775部署指南.md</a:t>
            </a:r>
          </a:p>
          <a:p xmlns:a="http://schemas.openxmlformats.org/drawingml/2006/main">
            <a:r>
              <a:t>第 11 节部署前检查清单与常见问题。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bb9603b9543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f99a30ae2943ad" /><Relationship Type="http://schemas.openxmlformats.org/officeDocument/2006/relationships/slideLayout" Target="/ppt/slideLayouts/slideLayout1.xml" Id="R12da3ae4fd1a45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da3ae4fd1a45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98c3d10f042a0" /><Relationship Type="http://schemas.openxmlformats.org/officeDocument/2006/relationships/notesSlide" Target="/ppt/notesSlides/notesSlide1.xml" Id="Re8f6652dae994d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d3a5ba00d4ba7" /><Relationship Type="http://schemas.openxmlformats.org/officeDocument/2006/relationships/notesSlide" Target="/ppt/notesSlides/notesSlide2.xml" Id="Rd95191597ed147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5e967cd4f4565" /><Relationship Type="http://schemas.openxmlformats.org/officeDocument/2006/relationships/notesSlide" Target="/ppt/notesSlides/notesSlide3.xml" Id="Re59acfcd0fcf4c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1d6f26bca4c50" /><Relationship Type="http://schemas.openxmlformats.org/officeDocument/2006/relationships/notesSlide" Target="/ppt/notesSlides/notesSlide4.xml" Id="R7adb23b0a8e944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99a72564345c4" /><Relationship Type="http://schemas.openxmlformats.org/officeDocument/2006/relationships/notesSlide" Target="/ppt/notesSlides/notesSlide5.xml" Id="Rc914e281679a4d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f5401523247f0" /><Relationship Type="http://schemas.openxmlformats.org/officeDocument/2006/relationships/notesSlide" Target="/ppt/notesSlides/notesSlide6.xml" Id="R20bbd0296cc24b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033bcaa524aa7" /><Relationship Type="http://schemas.openxmlformats.org/officeDocument/2006/relationships/notesSlide" Target="/ppt/notesSlides/notesSlide7.xml" Id="R5f1e6154ecd642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cbb70e18f4870" /><Relationship Type="http://schemas.openxmlformats.org/officeDocument/2006/relationships/notesSlide" Target="/ppt/notesSlides/notesSlide8.xml" Id="Rf1d37b5dffed47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88c665a4447b9" /><Relationship Type="http://schemas.openxmlformats.org/officeDocument/2006/relationships/notesSlide" Target="/ppt/notesSlides/notesSlide9.xml" Id="R32f6d5e40b6743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491749f324f09" /><Relationship Type="http://schemas.openxmlformats.org/officeDocument/2006/relationships/notesSlide" Target="/ppt/notesSlides/notesSlide10.xml" Id="Rd44c339993754d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aa8ab4c8a4917" /><Relationship Type="http://schemas.openxmlformats.org/officeDocument/2006/relationships/notesSlide" Target="/ppt/notesSlides/notesSlide11.xml" Id="Rab0828f344c145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5eca59a744986" /><Relationship Type="http://schemas.openxmlformats.org/officeDocument/2006/relationships/notesSlide" Target="/ppt/notesSlides/notesSlide12.xml" Id="Rb3e9b119651045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2A670-C76A-4803-B876-9CBDD2D4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1FFF5-BAE1-4CB6-923E-C231E33A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370E6-533F-4F7F-A715-B94669CB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Qwen3-0.6B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A3E14-7153-4D59-980D-DF98CECF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SA8775 ADP GenieX-QAIRT 部署指南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63AED-B091-403F-BA38-B5D31B4E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860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7CB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CBDC"/>
                </a:solidFill>
                <a:latin typeface="Microsoft YaHei"/>
                <a:ea typeface="Microsoft YaHei"/>
                <a:cs typeface="Microsoft YaHei"/>
              </a:rPr>
              <a:t>AutoDL 量化、Qualcomm AI Hub 编译与 Windows 集成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87CC2-943F-4029-A49E-E7A5459B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43275"/>
            <a:ext cx="657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W4A16 · Qwen3-0.6B · AI Hub Models 0.60.0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9C3CF-4F96-41E9-A298-3B705289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192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F3A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B14FD-71A7-4721-9C14-E7AEFF60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581150"/>
            <a:ext cx="157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HTP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CB02C-3B8F-4B45-91F1-9D875E4A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907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SA8775P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CCD8E-835E-4F1C-A59F-5EF1426A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7692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B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7CBDC"/>
                </a:solidFill>
                <a:latin typeface="Microsoft YaHei"/>
                <a:ea typeface="Microsoft YaHei"/>
                <a:cs typeface="Microsoft YaHei"/>
              </a:rPr>
              <a:t>部署路径：完整 checkpoint → W4A16 → GenieX-QAIRT 产物</a:t>
            </a:r>
          </a:p>
        </p:txBody>
      </p:sp>
    </p:spTree>
    <p:extLst>
      <p:ext uri="{BB962C8B-B14F-4D97-AF65-F5344CB8AC3E}">
        <p14:creationId xmlns:p14="http://schemas.microsoft.com/office/powerpoint/2010/main" val="6991868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A9D23-CF4E-46B1-A00E-D1F7CC9E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82880-B4F4-4EFC-B1DF-3910940C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部署目标与交付物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1263C-3C58-4CB2-9A61-695978A2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将完整 Hugging Face Qwen3-0.6B 模型编译为 SA8775 ADP 可部署产物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D3031-B1A6-49F6-AE80-1EA6580E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C6166-EE85-4243-BD8D-AAFACBDF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7B881-3F0E-4A55-B964-D7C9721E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输入模型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CE9ED-3BE0-4C3C-91EE-7CDC9D6B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完整 checkpoint，包含 config.json、safetensors 与 Tokenizer 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F32CD-71BA-409A-BAC1-CAC40FC7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227A7-03E8-4A1E-BE5E-B7F5C125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量化产物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0E1E1-B47F-4F0C-B188-C3E59F55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19475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W4A16 checkpoint：model_dynamic.onnx、model.data、model.encodings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F2618-2D8B-4180-BA77-ACBF10A0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0264F-B641-4908-9E13-C7C10AF6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最终交付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9DBF4-CFF0-4900-864E-7DF82D5F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GenieX-QAIRT bundle、Tokenizer、模型配置与 JSON 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272FA-4566-495A-8BBD-D59EF269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572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BA840-D8AD-4122-B4A8-53565A42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D7FB2-3E97-479B-AC52-BCE7E78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76C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3BD24-1656-41EE-9E31-2381D14A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3409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目标平台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71C61-F76B-456A-8424-E5714EE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28975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SA8775P ADP，设备名以 AI Hub 返回值为准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F0396-DF31-41A0-B442-F6D8C17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25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45E18-61E2-4A2F-916D-952E49EC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3409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模型结构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843CD-EE09-451D-B9F1-4B8BC98E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67175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Qwen3-0.6B；LoRA / QLoRA 必须先合并基座模型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95D30-B217-456F-A7BD-A09B55B2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2E60BB-9E7F-4E98-A6CD-286C0BE1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F72023-15FE-4EE9-9882-C9816303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93035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424AF1-FEF5-4325-B2C2-731936FC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E23B8-629F-44D6-83B5-F0D4A06A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端到端部署流程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374FE-751D-4657-85AF-6C5B2C1E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每一步都有明确输入、检查点和产物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39EA0-2B76-4EEB-AA67-229F8CC9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46FA5-FE7F-4609-9636-35B9179F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924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538FD-A2DD-4BB7-B389-A55F3711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9240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C5EAB-C5A8-4356-A23C-C30CC6FC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C86F6-6A64-4D07-9462-B82A3D3A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完整模型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85313-E65B-4F5E-B5FA-D284FC87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source_checkpoint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4F6D1-2E22-4317-923C-9FCB4500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147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242A8-28FF-4BD1-9B9A-5C62740B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33650"/>
            <a:ext cx="1924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89A32-3162-4E7D-AD2F-2D530449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33650"/>
            <a:ext cx="19240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85E40-AA04-4A4C-AC30-CF2DC556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D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6D72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FB28A-CDA8-4AEB-9A3B-136872F9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432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W4A16 量化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626D0-489F-4EA9-8C6A-AC9CAA5F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42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ONNX + encodings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75AF1-DC6C-4353-8F22-19915608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95219-B4B7-4E59-9221-CB9DF645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1924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DA3E2-5B2D-4A8E-B334-1271DEFA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19240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DFA8C-CEA0-4070-A8C5-62A8DCBA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B02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FB02C-40BD-40A6-807F-81C0ED7E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432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质量验证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C8CE9-DEE7-4F53-BFA2-AFFA7A3D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242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Smoke / 云端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B0DFC-D288-4933-8E13-60A35FB3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44486-0E10-40EB-B8C5-23F17C44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33650"/>
            <a:ext cx="1924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312410-C8D4-4156-AF92-99023A83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33650"/>
            <a:ext cx="19240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76C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C4AFB-11CE-4E9C-AF71-319B4D60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176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176C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6CC7D0-EA2B-4BE9-AAE1-EE013F59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432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AI Hub Export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B6D9A-8AE3-4A7D-ABBB-F265CDD5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242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GenieX-QAIRT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7111CC-10C2-462C-AB7A-57659E57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963D25-39B4-4D01-86B3-B9CCBF1E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33650"/>
            <a:ext cx="1924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EAEF9D-1995-47CA-9EC9-5C470390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33650"/>
            <a:ext cx="19240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25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0C3D6D-69D0-483D-99E5-D205847F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0625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C7BF9C-5913-411C-8A93-A9E38493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Windows 集成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F47ABA-5F4E-4DD5-AD83-F563F856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压缩包与 assets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28F8CC-3F56-404E-B229-B14FE8C0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所有中间文件、缓存、日志与输出目录均放在 /root/autodl-tmp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797DBC-AD90-466F-A6BA-812ABBC4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72808E-4DC2-4C60-BF6A-9A378D2C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E0C7F7-D2F6-4900-BDF0-A266B819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90763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68080-7A96-49E2-A85B-87F3995E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189E1-2ACD-405A-A806-7DBA2A80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运行环境与存储规划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83C01-46C1-49CB-8413-9509195B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建议在 AutoDL Ubuntu 22.04 实例中前台执行命令并使用 tee 保存日志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51DA2-8737-4FEF-9932-2A4DEADA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62F30-65AB-4CDC-901A-4DC4D5D3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143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5678B-11C6-44FB-9DF2-90764DED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建议配置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ED547-1CAA-4BEC-A246-D68AD21B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48F78-E31F-457C-B99D-19F30C8B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05125"/>
            <a:ext cx="407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计算资源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52E5D-0ED1-4891-BDF4-97D10680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Python 3.10、CUDA 12.x、RTX 3090 24GB 或更高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D6D00-06B6-4421-9DA2-C310006A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62B72-6842-4E13-8957-C62CC053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407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容量预算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D2E99-EC84-4E48-9EB1-11BBECEC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9097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内存建议 120GB；数据盘预留 200GB 以上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CFC88-C63B-41E1-AFAB-C975A2E9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911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05607-17C3-4F29-A058-20305B9C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71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关键目录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4BD1F-7BB8-4FE5-A8A1-0DD83940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86075"/>
            <a:ext cx="4667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BC030-6850-44A3-84E9-669C047C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3243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/root/autodl-tmp/tmp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/root/autodl-tmp/hf-cache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/root/autodl-tmp/qaihm-store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/root/autodl-tmp/logs  · 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83032-53DF-4743-96DE-3F85E503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避免使用系统盘、默认 /tmp；AdaScale RAM 临时目录需要足够 /dev/shm 空间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51B82-8731-406D-944A-B70B8E08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8D663-EF89-4EB9-BD73-B3CB5F59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B0863-333E-4AA2-8C93-DEC0B9DE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93214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D5E29-627F-4FB5-B380-794F830B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F35B7-FA6D-46BC-82EB-AA0A8F6F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模型与环境检查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D2CCD-F7A9-42B6-84D6-BF1ABBA2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先确认 checkpoint 完整、GPU Provider 可用，再进入量化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085D0-FB33-4D31-B6BC-2295D17D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B6A7C-3326-4691-9CBD-7C3E2A2E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38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956B9-6D9F-4634-AC39-4EE7A211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489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source /root/miniconda3/etc/profile.d/conda.sh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conda activate /root/autodl-tmp/conda-envs/qaihm060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python --version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qai-hub-models --version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717B4-58E7-4B6B-983D-6B6DA363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52768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995E2-11A0-4F84-9571-35097C74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检查要点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8092C-AE5C-4BAA-BACC-E27CF745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9A6D7-70E0-4A86-B8F7-356125FB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52750"/>
            <a:ext cx="436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模型结构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89754-9E47-4F92-BD7A-B7C0288B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28975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config.json 与层数、hidden size、attention heads 应匹配 Qwen3-0.6B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24D66-77C7-4109-AE58-F9DFF66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1FD94-E655-4F49-8E75-8DE7992F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33800"/>
            <a:ext cx="436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模型文件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6A045-2C29-4807-A403-401818A1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0025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safetensors、Tokenizer；分片权重还需 model.safetensors.index.json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34CFB-E403-4DDC-A727-CA77BCAE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ONNX Runtime 的 available providers 必须包含 CUDAExecutionProvider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B020C-A894-419B-8444-5CD80BCC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C219C-F06D-491E-81FD-CED4CF53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731A3-A9BA-4A3B-B3E6-04D2BD5E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30747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7712B-A8F2-4861-B656-9C02B7D8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B9A92-D93C-47AC-B747-5EF920F8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W4A16 量化配方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ED461-5314-4A9E-BE94-89BA5FD8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使用官方 AdaScale 配方，并采用 Qwen3-0.6B 对应的 SpinQuant 组合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9E7B4-293E-4B0B-A713-F85082CA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374A9-22F5-41F5-B301-274549ED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85554-36FD-4227-916C-9777CE82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核心参数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8B1BD-6136-4F48-92E2-BE41CD3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191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--precision w4a16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--use-spin-quant r2,r3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--use-seq-mse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--seq-mse-num-samples 12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--use-ada-scale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--ada-scale-num-samples 48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--ada-scale-num-iterations 2048</a:t>
            </a:r>
          </a:p>
          <a:p xmlns:a="http://schemas.openxmlformats.org/drawingml/2006/main">
            <a:pPr>
              <a:def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--context-length 4096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69B0B-0C57-4643-802E-85DCC0C3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911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278AA-7CF3-4117-AC96-49759B45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71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运行规则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584CC-F374-4412-B865-B7370F6F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71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4FC6B-FFC2-4720-BA06-71FA8A8A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436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避免覆盖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7DA99-0179-4036-B1CD-3C5E7B02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90875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产物已存在时跳过主命令；使用新的输出目录重跑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ECA6D-E258-43CC-816F-B8AA1EA2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BCFE7-8A7B-4DE9-95B1-E01210E5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436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日志留存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A7E7F-3C0E-4D2E-BE48-00728304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90975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以前台方式运行，并用 tee 实时显示和保存日志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EE7F4-E9F9-4AEF-8C3D-B0D29951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14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79705-48D3-47F5-8D0E-1FBE4922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57700"/>
            <a:ext cx="436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参数依据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6F87B-5744-4DC9-BC33-D8DDC938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33925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CLI --help 是最终依据；版本不支持的参数应删除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F5578-5B8A-4D10-811A-22D3EA1F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933DD-B6CE-47B5-9559-679DFED7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3762F-6EBB-44E2-BAA9-889FD485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95978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6CBC2-3BEB-4D70-A01A-7407C355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39D3C-8B65-43C5-8E6B-234763AB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量化质量验证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17843-5DCD-4894-A3A4-9F08B1A1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按静态检查、Layer 2 云端验证、完整 28 层验证逐步放行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B48BA-67B6-4D95-994F-4F9EA62A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F5394-76FC-475A-920B-8C0191B0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2861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EDCC0-0633-4225-9D3C-F600D409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2861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5F531-C020-4F0C-AA45-0B665670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静态门禁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8CBD0-658F-4427-A193-18A634E1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checkpoint 三件套、编码类型与 SHA-256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95FAF-37A2-4B7B-AABD-5F206252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DFAFA-8042-4F13-A226-830EFB40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STATIC GATE: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F8E9A-9F9A-4C6A-9ECA-2F376717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38375"/>
            <a:ext cx="32861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649B2-B9AD-4B21-8B94-DF8D09A3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38375"/>
            <a:ext cx="32861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B7441-2C40-42E8-A0B9-22B33592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289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Layer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18D3F-2568-4E8A-B010-BD1E4688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670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1 个 compile + 1 个 inference job；检查四个 tap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C94AB-39BC-45A6-B6C6-42EAEDB4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766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1BB90-5ACE-4AF9-BC10-FF2438EA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B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B020"/>
                </a:solidFill>
                <a:latin typeface="Microsoft YaHei"/>
                <a:ea typeface="Microsoft YaHei"/>
                <a:cs typeface="Microsoft YaHei"/>
              </a:rPr>
              <a:t>PHASE B LAYER2 GATE: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7E4B9-D9D0-408D-A79C-05FFC7EB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38375"/>
            <a:ext cx="32861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BCB30-7BC8-4CBC-883D-5092EE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38375"/>
            <a:ext cx="32861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7BD98-CC42-458D-9DFC-A6243611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完整 28 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70BE4-5552-4DB8-A131-7E19F0DE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28 个 compile + 28 个 inference job；检查所有层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D8109-E300-4360-BFA7-7E31E797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6A62C-5CD1-4214-8750-1AD5ED2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6D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6D72A"/>
                </a:solidFill>
                <a:latin typeface="Microsoft YaHei"/>
                <a:ea typeface="Microsoft YaHei"/>
                <a:cs typeface="Microsoft YaHei"/>
              </a:rPr>
              <a:t>ALL REQUESTED VALIDATION GATES PASSED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71206-5061-4C73-A6B5-8073096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最低门槛：Layer 2 的 down / residual SQNR ≥ 40 dB，o_proj ≥ 44.447 dB，gate_up ≥ 41.742 dB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47B63-17C2-4E5C-8788-87909330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BFCE33-8429-4D66-8E7C-20ADC622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7796F-3368-4A11-8DB3-6F794C2E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56515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7CBA6-F856-469C-BEB0-980436D0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59C8C-4F88-4BF5-BA7E-7E952B40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AI Hub 编译 GenieX-QAIRT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D6F11-43E2-42AE-B70A-CA10BF8A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由 AI Hub 云端完成拆分、目标 HTP 编译、链接与部署产物组织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9E847-249D-4620-81F7-D7B3743A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8735A-83B2-4AE4-878C-905FC07B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681037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FA830-967B-44CA-9E9A-6A397ED9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64674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python -m qai_hub_models.models.qwen3_0_6b.export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--checkpoint .../qwen3_car_w4a16_cl4096_v21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--target-runtime geniex_qairt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--device "SA8775P ADP" --device-os 14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--sequence-lengths 128,1 --context-lengths 512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--skip-profiling --zip-assets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A43A2-13A2-418C-8FA2-E3E1F74F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66925"/>
            <a:ext cx="36766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E34CF-8741-4903-90DD-3876F041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编译前确认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22D72-E3C0-4512-9597-B8FDB45C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33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528DC-9DD0-45A8-8AA8-8010AE86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设备名称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DE8B9-C423-43A1-A67E-B4AE113B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52775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qai-hub list-devices 的实际返回值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41D77-B3F9-48EB-AFFE-B0C23513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47CB6-69EF-4F3B-9B75-D7AA7D84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6235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功能支持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A574C-447F-4B9C-8E69-F7789FA2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38575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export --help 中存在 geniex_qairt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EC8B6-B367-4CC3-BAD5-F1E6DEFE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多上下文可选 256 至 4096；每增加一档上下文长度，云端任务与耗时都会增加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1062A-CC10-40C8-BDB7-346D3B91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1C6B5-AB88-410D-9F9C-1818B98A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5954C-425A-4746-88C7-5CA92CA3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8811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CB944-B526-408C-AA87-0E5B93AD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CCF3F-BA48-4473-B7DB-BA6F341A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打包、下载与应用集成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BB391-5A4A-4DE8-8827-E878615C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将 AI Hub export 输出压缩后下载至 Windows，再放入 GenieX-QAIRT 示例工程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81E3A-AB49-4D16-8402-D034F045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113C8-1672-4422-B3CD-53C86D5D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2865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42A38-6079-4EEC-93AB-F56E7F76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5943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# AutoDL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tar -czf qwen3_0.6b_sa8775_geniex_qairt_multictx.tar.gz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output/export_sa8775p_multictx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# Windows PowerShell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scp -P $AutoDLPort "${AutoDLHost}:/root/autodl-tmp/...tar.gz" \</a:t>
            </a:r>
          </a:p>
          <a:p xmlns:a="http://schemas.openxmlformats.org/drawingml/2006/main">
            <a:pPr>
              <a:def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F2F6"/>
                </a:solidFill>
                <a:latin typeface="Microsoft YaHei"/>
                <a:ea typeface="Microsoft YaHei"/>
                <a:cs typeface="Microsoft YaHei"/>
              </a:rPr>
              <a:t>  "E:\QualComm\ai-hub-compiles\"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6072D-4C34-4704-A35C-6EB234FD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76450"/>
            <a:ext cx="42291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301CF-54D1-4660-A33A-24F10A0B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90775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解压后核验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F6D50-07B9-4F96-B375-47788299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90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D0435-2ABB-42AC-A77F-567519B6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3370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部署文件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FE0EE-A510-44CF-AFE7-293CAD92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9925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编译产物、Tokenizer、模型配置、GenieX-QAIRT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D9EE3-C326-4FFE-AC9D-3BACE45F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90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CAD93-57BF-42A0-9F35-5A578C50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33800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版本兼容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30C39-A574-494B-8A4E-1DDDD3BE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10025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设备端 QAIRT / GenieX runtime 与编译产物匹配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76549-EC4C-44E0-A151-67F61A10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按示例工程目录结构放入应用 assets 或设备模型目录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09C47-FD0F-4816-894B-A69C21CC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CAAC1-B2A3-4333-8A66-6DD05905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69E79-0EFB-4937-9BC3-8CD3E662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618279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4BBF2-22A8-416D-B15A-1AEA4F1D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AA650-2C93-4810-AA55-424A469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问题一：量化后准确率低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1D10F-5C1F-4BB4-B988-F57DD1D8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优先检查量化配方和校准语料是否匹配车载意图抽取场景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69A9D-03E6-4CAB-8876-89C7C24F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87C03-AD36-4B4A-9983-0535BC24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149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CF74A-283A-488B-A46C-C3DC859C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主要原因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D137A-561F-4BAB-AB76-5F847885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80DCC-557E-42FD-84E6-8DFE2F8A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权重量化优化缺失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8E248-1D22-4E31-A43F-EBD286AE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9925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未启用 SpinQuant r2,r3 与 Sequential MSE，会放大 4-bit 截断与舍入误差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E6300-DEC8-450D-B038-68BF906C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4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25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E2A07-F0A9-450E-9F2C-5AD4C6F2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校准分布偏移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0B269-8523-47B8-A927-CFEEE1F7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通用 WikiText 与多语言短指令、严格 JSON 输出的线上分布不同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AAEBB-1C74-481E-BE7C-403CCF70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553402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F53A9-1D29-4225-83F7-33AB5E8C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098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处理方向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97580-AAF5-40F2-B270-09DF0DCF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90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E9C4A-7441-472B-9394-6819D533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33700"/>
            <a:ext cx="455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恢复关键参数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506FB-3A18-4EF4-B5A6-AAD02FBB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09925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加入 SpinQuant r2,r3 与 Sequential MSE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FC700-023C-4F3E-BC8B-02462A64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14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95799-A7C1-4794-8D23-5BCE1AAE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57625"/>
            <a:ext cx="455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替换域内语料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B9DF9-5796-45E5-873B-66D7E3F8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3385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将校准集替换为与线上 ChatML 格式一致的车控语料，再重新量化与 export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B4C81-934A-46F1-908B-C4492AD4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909E4-E5D5-43EB-9540-F3A7FBF0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D02E4-E8FF-4950-B6A9-5B392D7F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09690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24F2C2-9E75-48E2-AC32-C19E8059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D010C-DA12-44B3-B0A7-2FFA0B51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问题二：模拟量化与真实量化结果不一致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03746-751B-4FBB-B1E9-C152B1B9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重点定位 Layer 2 MLP down_proj 的权重量化与激活范围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0846E-190E-4CC9-A08E-7323B4FD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DB630-0685-44FA-9F3A-57BEC2B1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229350" cy="2790825"/>
          </a:xfrm>
          <a:prstGeom xmlns:a="http://schemas.openxmlformats.org/drawingml/2006/main" prst="roundRect">
            <a:avLst>
              <a:gd name="adj" fmla="val 2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7ACF2-169C-491B-8D5F-FE7EEBB2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Layer 2 云端对比（异常案例）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D9612-4962-4AC3-9DC2-14327962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tap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78F9A-AAD6-48C6-BC01-915D72B7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81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SQNR (dB)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355B4-3BCE-447F-BD4B-423AD474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78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cosine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FE403-7D3D-4ACC-B4DD-F41DA395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813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9004A-2DFD-4EC0-B67A-3D50E8F8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00276-B433-4888-8DFE-A8F3DEA6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5277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o_proj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D5602-D322-45BC-AE73-EF55E3E8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5277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56.447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D9BA9-6C44-4FAA-B607-618FFCC8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5277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0.999519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63A31-ED48-4BEC-81AF-298CC5F2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152775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正常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05760-655D-4DE7-AF7A-82DBE9A2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B10F3-BC9C-4B17-AA9B-A1764FD2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gate_up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215D8-27C0-45A7-9203-6FA35414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147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53.742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4CE392-14C9-4D33-AC32-88F68A8F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147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0.987374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5B937-C602-4070-88B5-6C93EC7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14725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基本正常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47642-18A7-4735-8196-89DE4834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9E388-D56C-41D9-8CBB-096BEDC9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D7771-CBE8-4797-8427-4F417FA7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7667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24.123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D7862-34F0-482B-AB4E-5700A5D7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7667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0.536302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62F4F5-0FFB-4B03-89C7-35CB8C8D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76675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0625D"/>
                </a:solidFill>
                <a:latin typeface="Microsoft YaHei"/>
                <a:ea typeface="Microsoft YaHei"/>
                <a:cs typeface="Microsoft YaHei"/>
              </a:rPr>
              <a:t>首个严重分歧点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E03D04-D0C5-4842-BDE2-83275217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A96160-CD66-4265-8E1F-A6A1F0EE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residual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0C6B79-8962-4449-914B-8C716888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386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32.606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D0456-A79A-4CA7-82A1-3068207B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386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0.867635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05846-EDBD-4D53-9BB7-D6B227BA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238625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62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0625D"/>
                </a:solidFill>
                <a:latin typeface="Microsoft YaHei"/>
                <a:ea typeface="Microsoft YaHei"/>
                <a:cs typeface="Microsoft YaHei"/>
              </a:rPr>
              <a:t>继承 down 误差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FFD8D9-B775-4461-BFF8-4B784484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76450"/>
            <a:ext cx="4210050" cy="2790825"/>
          </a:xfrm>
          <a:prstGeom xmlns:a="http://schemas.openxmlformats.org/drawingml/2006/main" prst="roundRect">
            <a:avLst>
              <a:gd name="adj" fmla="val 2730"/>
            </a:avLst>
          </a:pr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5DA731-5149-423A-837C-D9A95A9D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62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工程结论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B69B3C-1C1E-49EF-A208-52694602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62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25D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488650-B1FC-4A56-B2E5-BFB80D38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05125"/>
            <a:ext cx="3219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权重例外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F25EF9-99C4-4698-BFAA-036A7926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81350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down_proj 应保持 INT8 质量例外，避免 checkpoint 中误为 W4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72A810-0DDC-43C4-BD14-D7C77A65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ACEFDA-B446-49E8-AF75-024B892B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9525"/>
            <a:ext cx="3219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数据一致性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4CDE9B-41DE-4393-8D7D-7E805725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校准文本必须是完整 ChatML 原文，含 system、user、assistant JSON 与空 think 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46A5B0-82AB-4063-BE76-16BE86C9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CF38BD-541B-46DE-BFD7-B85C82B1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10E5D5-3EE3-4DD6-BEE7-2035DAA1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212492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6CDAA-2A9B-47F7-B65E-23A704C9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C7D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0246A-7981-456F-98EA-B4A3B5E1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部署前检查清单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00514-05DE-46F8-A83E-AEEC3EFA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满足以下检查后，再将 bundle 交付设备端集成与回归测试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2DA3E-F2BF-4327-8C3D-E2896900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CD1EF-6CD8-460B-B242-5BE511C9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3C7D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DE6BC-87C1-40D1-B083-E5B3901C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设备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04A2F-0BB7-48E5-ABCE-55ABABB5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717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SA8775P ADP 名称由 AI Hub 实际返回值确认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40B16-F8AD-4617-9440-59D7DC02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A6D7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8CC33-6A73-4CE4-8341-2C88C76B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B11DC-2A10-4E7F-BB2B-A9E6F5F4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098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完整 Qwen3-0.6B checkpoint，非未合并 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23C3B-2FFE-45F2-BE43-7EAEAF47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4CA9E-2C78-4394-9C6A-FC45BA2C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量化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A9E60-56EE-4198-A787-60CAA83D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48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Smoke test 正常；三件套未分离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B31C5-900B-43CF-B7F7-9268EDDA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176C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80D2C-C22B-4BF3-BBBE-D4B36CD9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编译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3DF08-5024-4AF2-B3CE-709C1497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8622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target-runtime 为 geniex_qairt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FE89C-5E45-4AE9-90EF-95A80403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0625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08BDD-28AC-4F9F-BB47-A62D3A19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1B34"/>
                </a:solidFill>
                <a:latin typeface="Microsoft YaHei"/>
                <a:ea typeface="Microsoft YaHei"/>
                <a:cs typeface="Microsoft YaHei"/>
              </a:rPr>
              <a:t>运行时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7E8DB-7BC0-4862-9DFC-BCF0AD0F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244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QAIRT / GenieX runtime 版本兼容；SoC 与 HTP 配置匹配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1CE57-314D-412A-9983-87229D06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常见故障：系统盘写满、HF 下载失败、CPU-only ONNX Runtime、设备名错误、CLI 不支持 geniex_qairt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EBD9E-E949-48CD-9932-B09CC204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B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76D01-5083-4CEB-8BCF-8D8042C1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Qwen3-0.6B · SA8775 ADP · GenieX-QAIRT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246314-747E-43E6-9DAB-D8D17576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619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C72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0101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2026-09-09T12:06:15.4030000Z</dcterms:created>
  <dcterms:modified xsi:type="dcterms:W3CDTF">2026-09-09T12:06:15.4030000Z</dcterms:modified>
</coreProperties>
</file>